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32397700" cy="43192700"/>
  <p:notesSz cx="6858000" cy="9144000"/>
  <p:embeddedFontLst>
    <p:embeddedFont>
      <p:font typeface="Arial Bold" charset="1" panose="020B0704020202020204"/>
      <p:regular r:id="rId10"/>
    </p:embeddedFont>
    <p:embeddedFont>
      <p:font typeface="Arial" charset="1" panose="020B06040202020202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96746" y="958644"/>
            <a:ext cx="23013629" cy="2780862"/>
            <a:chOff x="0" y="0"/>
            <a:chExt cx="30684838" cy="3707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684843" cy="3707816"/>
            </a:xfrm>
            <a:custGeom>
              <a:avLst/>
              <a:gdLst/>
              <a:ahLst/>
              <a:cxnLst/>
              <a:rect r="r" b="b" t="t" l="l"/>
              <a:pathLst>
                <a:path h="3707816" w="30684843">
                  <a:moveTo>
                    <a:pt x="0" y="0"/>
                  </a:moveTo>
                  <a:lnTo>
                    <a:pt x="30684843" y="0"/>
                  </a:lnTo>
                  <a:lnTo>
                    <a:pt x="30684843" y="3707816"/>
                  </a:lnTo>
                  <a:lnTo>
                    <a:pt x="0" y="37078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252" r="0" b="-11125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30684838" cy="36982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80"/>
                </a:lnSpc>
              </a:pPr>
              <a:r>
                <a:rPr lang="en-US" b="true" sz="7000">
                  <a:solidFill>
                    <a:srgbClr val="02284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TÍTULO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692272" y="3613309"/>
            <a:ext cx="22822586" cy="169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6"/>
              </a:lnSpc>
            </a:pPr>
            <a:r>
              <a:rPr lang="en-US" b="true" sz="4400" u="sng">
                <a:solidFill>
                  <a:srgbClr val="022845"/>
                </a:solidFill>
                <a:latin typeface="Arial Bold"/>
                <a:ea typeface="Arial Bold"/>
                <a:cs typeface="Arial Bold"/>
                <a:sym typeface="Arial Bold"/>
              </a:rPr>
              <a:t>Autor</a:t>
            </a:r>
            <a:r>
              <a:rPr lang="en-US" b="true" sz="4400">
                <a:solidFill>
                  <a:srgbClr val="022845"/>
                </a:solidFill>
                <a:latin typeface="Arial Bold"/>
                <a:ea typeface="Arial Bold"/>
                <a:cs typeface="Arial Bold"/>
                <a:sym typeface="Arial Bold"/>
              </a:rPr>
              <a:t>; coautores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22458" y="5254438"/>
            <a:ext cx="20959134" cy="158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000">
                <a:solidFill>
                  <a:srgbClr val="022845"/>
                </a:solidFill>
                <a:latin typeface="Arial"/>
                <a:ea typeface="Arial"/>
                <a:cs typeface="Arial"/>
                <a:sym typeface="Arial"/>
              </a:rPr>
              <a:t>Instituição de Ensino</a:t>
            </a:r>
          </a:p>
          <a:p>
            <a:pPr algn="ctr">
              <a:lnSpc>
                <a:spcPts val="5759"/>
              </a:lnSpc>
            </a:pPr>
            <a:r>
              <a:rPr lang="en-US" sz="4000">
                <a:solidFill>
                  <a:srgbClr val="022845"/>
                </a:solidFill>
                <a:latin typeface="Arial"/>
                <a:ea typeface="Arial"/>
                <a:cs typeface="Arial"/>
                <a:sym typeface="Arial"/>
              </a:rPr>
              <a:t>E-mail</a:t>
            </a:r>
          </a:p>
          <a:p>
            <a:pPr algn="ctr">
              <a:lnSpc>
                <a:spcPts val="575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272195" y="6894671"/>
            <a:ext cx="31855610" cy="1074054"/>
            <a:chOff x="0" y="0"/>
            <a:chExt cx="42057790" cy="14180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057827" cy="1417969"/>
            </a:xfrm>
            <a:custGeom>
              <a:avLst/>
              <a:gdLst/>
              <a:ahLst/>
              <a:cxnLst/>
              <a:rect r="r" b="b" t="t" l="l"/>
              <a:pathLst>
                <a:path h="1417969" w="42057827">
                  <a:moveTo>
                    <a:pt x="0" y="0"/>
                  </a:moveTo>
                  <a:lnTo>
                    <a:pt x="42057827" y="0"/>
                  </a:lnTo>
                  <a:lnTo>
                    <a:pt x="42057827" y="1417969"/>
                  </a:lnTo>
                  <a:lnTo>
                    <a:pt x="0" y="1417969"/>
                  </a:lnTo>
                  <a:close/>
                </a:path>
              </a:pathLst>
            </a:custGeom>
            <a:solidFill>
              <a:srgbClr val="02284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42057790" cy="1437084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INTRODUÇÃO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72195" y="12479660"/>
            <a:ext cx="31855610" cy="1074054"/>
            <a:chOff x="0" y="0"/>
            <a:chExt cx="42057790" cy="14180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057827" cy="1418047"/>
            </a:xfrm>
            <a:custGeom>
              <a:avLst/>
              <a:gdLst/>
              <a:ahLst/>
              <a:cxnLst/>
              <a:rect r="r" b="b" t="t" l="l"/>
              <a:pathLst>
                <a:path h="1418047" w="42057827">
                  <a:moveTo>
                    <a:pt x="0" y="0"/>
                  </a:moveTo>
                  <a:lnTo>
                    <a:pt x="42057827" y="0"/>
                  </a:lnTo>
                  <a:lnTo>
                    <a:pt x="42057827" y="1418047"/>
                  </a:lnTo>
                  <a:lnTo>
                    <a:pt x="0" y="1418047"/>
                  </a:lnTo>
                  <a:close/>
                </a:path>
              </a:pathLst>
            </a:custGeom>
            <a:solidFill>
              <a:srgbClr val="02284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2057790" cy="1437084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RELATO DE CASO OU REVISÃO DE LITERATURA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42196" y="34635118"/>
            <a:ext cx="31915609" cy="1068823"/>
            <a:chOff x="0" y="0"/>
            <a:chExt cx="42343260" cy="14180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343325" cy="1418047"/>
            </a:xfrm>
            <a:custGeom>
              <a:avLst/>
              <a:gdLst/>
              <a:ahLst/>
              <a:cxnLst/>
              <a:rect r="r" b="b" t="t" l="l"/>
              <a:pathLst>
                <a:path h="1418047" w="42343325">
                  <a:moveTo>
                    <a:pt x="0" y="0"/>
                  </a:moveTo>
                  <a:lnTo>
                    <a:pt x="42343325" y="0"/>
                  </a:lnTo>
                  <a:lnTo>
                    <a:pt x="42343325" y="1418047"/>
                  </a:lnTo>
                  <a:lnTo>
                    <a:pt x="0" y="1418047"/>
                  </a:lnTo>
                  <a:close/>
                </a:path>
              </a:pathLst>
            </a:custGeom>
            <a:solidFill>
              <a:srgbClr val="02284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2343260" cy="1437084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CONSIDERAÇÕES FINAIS 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42196" y="39094190"/>
            <a:ext cx="31915609" cy="1076077"/>
            <a:chOff x="0" y="0"/>
            <a:chExt cx="42057790" cy="14180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057827" cy="1418047"/>
            </a:xfrm>
            <a:custGeom>
              <a:avLst/>
              <a:gdLst/>
              <a:ahLst/>
              <a:cxnLst/>
              <a:rect r="r" b="b" t="t" l="l"/>
              <a:pathLst>
                <a:path h="1418047" w="42057827">
                  <a:moveTo>
                    <a:pt x="0" y="0"/>
                  </a:moveTo>
                  <a:lnTo>
                    <a:pt x="42057827" y="0"/>
                  </a:lnTo>
                  <a:lnTo>
                    <a:pt x="42057827" y="1418047"/>
                  </a:lnTo>
                  <a:lnTo>
                    <a:pt x="0" y="1418047"/>
                  </a:lnTo>
                  <a:close/>
                </a:path>
              </a:pathLst>
            </a:custGeom>
            <a:solidFill>
              <a:srgbClr val="02284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42057790" cy="1437084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BIBLIOGRAFIA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72195" y="10271135"/>
            <a:ext cx="31855610" cy="1077428"/>
            <a:chOff x="0" y="0"/>
            <a:chExt cx="41926104" cy="14180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926129" cy="1417969"/>
            </a:xfrm>
            <a:custGeom>
              <a:avLst/>
              <a:gdLst/>
              <a:ahLst/>
              <a:cxnLst/>
              <a:rect r="r" b="b" t="t" l="l"/>
              <a:pathLst>
                <a:path h="1417969" w="41926129">
                  <a:moveTo>
                    <a:pt x="0" y="0"/>
                  </a:moveTo>
                  <a:lnTo>
                    <a:pt x="41926129" y="0"/>
                  </a:lnTo>
                  <a:lnTo>
                    <a:pt x="41926129" y="1417969"/>
                  </a:lnTo>
                  <a:lnTo>
                    <a:pt x="0" y="1417969"/>
                  </a:lnTo>
                  <a:close/>
                </a:path>
              </a:pathLst>
            </a:custGeom>
            <a:solidFill>
              <a:srgbClr val="02284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41926104" cy="1437084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5759"/>
                </a:lnSpc>
              </a:pPr>
              <a:r>
                <a:rPr lang="en-US" b="true" sz="48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OBJETIVO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30349" y="553450"/>
            <a:ext cx="8709784" cy="5452329"/>
            <a:chOff x="0" y="0"/>
            <a:chExt cx="11613045" cy="72697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613007" cy="7269734"/>
            </a:xfrm>
            <a:custGeom>
              <a:avLst/>
              <a:gdLst/>
              <a:ahLst/>
              <a:cxnLst/>
              <a:rect r="r" b="b" t="t" l="l"/>
              <a:pathLst>
                <a:path h="7269734" w="11613007">
                  <a:moveTo>
                    <a:pt x="0" y="0"/>
                  </a:moveTo>
                  <a:lnTo>
                    <a:pt x="11613007" y="0"/>
                  </a:lnTo>
                  <a:lnTo>
                    <a:pt x="11613007" y="7269734"/>
                  </a:lnTo>
                  <a:lnTo>
                    <a:pt x="0" y="7269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7209609" y="553450"/>
            <a:ext cx="4846196" cy="5579697"/>
            <a:chOff x="0" y="0"/>
            <a:chExt cx="6461595" cy="7439596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461595" cy="7439596"/>
              <a:chOff x="0" y="0"/>
              <a:chExt cx="6461595" cy="743959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461633" cy="7439660"/>
              </a:xfrm>
              <a:custGeom>
                <a:avLst/>
                <a:gdLst/>
                <a:ahLst/>
                <a:cxnLst/>
                <a:rect r="r" b="b" t="t" l="l"/>
                <a:pathLst>
                  <a:path h="7439660" w="6461633">
                    <a:moveTo>
                      <a:pt x="0" y="0"/>
                    </a:moveTo>
                    <a:lnTo>
                      <a:pt x="6461633" y="0"/>
                    </a:lnTo>
                    <a:lnTo>
                      <a:pt x="6461633" y="7439660"/>
                    </a:lnTo>
                    <a:lnTo>
                      <a:pt x="0" y="7439660"/>
                    </a:lnTo>
                    <a:close/>
                  </a:path>
                </a:pathLst>
              </a:custGeom>
              <a:solidFill>
                <a:srgbClr val="022845"/>
              </a:solid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482511" y="3050045"/>
              <a:ext cx="5496598" cy="13443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FOTO DO APRESENTADOR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DAHMIOerkt4</dc:identifier>
  <dcterms:modified xsi:type="dcterms:W3CDTF">2011-08-01T06:04:30Z</dcterms:modified>
  <cp:revision>1</cp:revision>
  <dc:title>Modelo - Painel.pptx</dc:title>
</cp:coreProperties>
</file>